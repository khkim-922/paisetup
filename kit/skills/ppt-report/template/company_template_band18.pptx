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5" r:id="rId2"/>
    <p:sldId id="266" r:id="rId3"/>
    <p:sldId id="267" r:id="rId4"/>
  </p:sldIdLst>
  <p:sldSz cx="9906000" cy="6858000" type="A4"/>
  <p:notesSz cx="9926638" cy="6797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1pPr>
    <a:lvl2pPr marL="457145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2pPr>
    <a:lvl3pPr marL="91429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3pPr>
    <a:lvl4pPr marL="1371435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4pPr>
    <a:lvl5pPr marL="1828581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5pPr>
    <a:lvl6pPr marL="2285726" algn="l" defTabSz="457145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6pPr>
    <a:lvl7pPr marL="2742871" algn="l" defTabSz="457145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7pPr>
    <a:lvl8pPr marL="3200016" algn="l" defTabSz="457145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8pPr>
    <a:lvl9pPr marL="3657161" algn="l" defTabSz="457145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0"/>
        <a:cs typeface="ヒラギノ角ゴ Pro W3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5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9" autoAdjust="0"/>
    <p:restoredTop sz="94665" autoAdjust="0"/>
  </p:normalViewPr>
  <p:slideViewPr>
    <p:cSldViewPr>
      <p:cViewPr varScale="1">
        <p:scale>
          <a:sx n="114" d="100"/>
          <a:sy n="114" d="100"/>
        </p:scale>
        <p:origin x="1248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7B6ED41-F27A-EC43-8118-3672F9F9AA0C}" type="datetimeFigureOut">
              <a:rPr lang="ko-KR" altLang="en-US"/>
              <a:pPr>
                <a:defRPr/>
              </a:pPr>
              <a:t>2024-07-23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201" y="3228705"/>
            <a:ext cx="7942238" cy="305911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75E3466-26F3-8242-982A-96C202D5313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39296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145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29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435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581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5726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3B26191-7526-9B2B-00A1-EB4B262524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" y="838"/>
            <a:ext cx="9903582" cy="685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121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PPT-A2.jpg">
            <a:extLst>
              <a:ext uri="{FF2B5EF4-FFF2-40B4-BE49-F238E27FC236}">
                <a16:creationId xmlns:a16="http://schemas.microsoft.com/office/drawing/2014/main" id="{DC12BD94-23D7-4F44-86E4-231D46574D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53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PPT-A3.jpg">
            <a:extLst>
              <a:ext uri="{FF2B5EF4-FFF2-40B4-BE49-F238E27FC236}">
                <a16:creationId xmlns:a16="http://schemas.microsoft.com/office/drawing/2014/main" id="{5C25BC66-F5C5-4C98-AC52-170C4858AC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1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맑은 고딕"/>
          <a:ea typeface="+mj-ea"/>
          <a:cs typeface="맑은 고딕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Arial" charset="0"/>
          <a:ea typeface="ヒラギノ角ゴ Pro W3" pitchFamily="16" charset="-128"/>
          <a:cs typeface="ヒラギノ角ゴ Pro W3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Arial" charset="0"/>
          <a:ea typeface="ヒラギノ角ゴ Pro W3" pitchFamily="16" charset="-128"/>
          <a:cs typeface="ヒラギノ角ゴ Pro W3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Arial" charset="0"/>
          <a:ea typeface="ヒラギノ角ゴ Pro W3" pitchFamily="16" charset="-128"/>
          <a:cs typeface="ヒラギノ角ゴ Pro W3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Arial" charset="0"/>
          <a:ea typeface="ヒラギノ角ゴ Pro W3" pitchFamily="16" charset="-128"/>
          <a:cs typeface="ヒラギノ角ゴ Pro W3" charset="0"/>
        </a:defRPr>
      </a:lvl5pPr>
      <a:lvl6pPr marL="909489" algn="ctr" rtl="0" fontAlgn="base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Arial" charset="0"/>
          <a:ea typeface="ヒラギノ角ゴ Pro W3" pitchFamily="16" charset="-128"/>
        </a:defRPr>
      </a:lvl6pPr>
      <a:lvl7pPr marL="1818976" algn="ctr" rtl="0" fontAlgn="base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Arial" charset="0"/>
          <a:ea typeface="ヒラギノ角ゴ Pro W3" pitchFamily="16" charset="-128"/>
        </a:defRPr>
      </a:lvl7pPr>
      <a:lvl8pPr marL="2728465" algn="ctr" rtl="0" fontAlgn="base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Arial" charset="0"/>
          <a:ea typeface="ヒラギノ角ゴ Pro W3" pitchFamily="16" charset="-128"/>
        </a:defRPr>
      </a:lvl8pPr>
      <a:lvl9pPr marL="3637956" algn="ctr" rtl="0" fontAlgn="base">
        <a:spcBef>
          <a:spcPct val="0"/>
        </a:spcBef>
        <a:spcAft>
          <a:spcPct val="0"/>
        </a:spcAft>
        <a:defRPr sz="8751">
          <a:solidFill>
            <a:schemeClr val="tx2"/>
          </a:solidFill>
          <a:latin typeface="Arial" charset="0"/>
          <a:ea typeface="ヒラギノ角ゴ Pro W3" pitchFamily="16" charset="-128"/>
        </a:defRPr>
      </a:lvl9pPr>
    </p:titleStyle>
    <p:bodyStyle>
      <a:lvl1pPr marL="682117" indent="-682117" algn="l" rtl="0" eaLnBrk="0" fontAlgn="base" hangingPunct="0">
        <a:spcBef>
          <a:spcPct val="20000"/>
        </a:spcBef>
        <a:spcAft>
          <a:spcPct val="0"/>
        </a:spcAft>
        <a:buChar char="•"/>
        <a:defRPr sz="6365">
          <a:solidFill>
            <a:schemeClr val="tx1"/>
          </a:solidFill>
          <a:latin typeface="맑은 고딕"/>
          <a:ea typeface="+mn-ea"/>
          <a:cs typeface="맑은 고딕"/>
        </a:defRPr>
      </a:lvl1pPr>
      <a:lvl2pPr marL="1477920" indent="-568431" algn="l" rtl="0" eaLnBrk="0" fontAlgn="base" hangingPunct="0">
        <a:spcBef>
          <a:spcPct val="20000"/>
        </a:spcBef>
        <a:spcAft>
          <a:spcPct val="0"/>
        </a:spcAft>
        <a:buChar char="–"/>
        <a:defRPr sz="5569">
          <a:solidFill>
            <a:schemeClr val="tx1"/>
          </a:solidFill>
          <a:latin typeface="맑은 고딕"/>
          <a:ea typeface="+mn-ea"/>
          <a:cs typeface="맑은 고딕"/>
        </a:defRPr>
      </a:lvl2pPr>
      <a:lvl3pPr marL="2273722" indent="-454746" algn="l" rtl="0" eaLnBrk="0" fontAlgn="base" hangingPunct="0">
        <a:spcBef>
          <a:spcPct val="20000"/>
        </a:spcBef>
        <a:spcAft>
          <a:spcPct val="0"/>
        </a:spcAft>
        <a:buChar char="•"/>
        <a:defRPr sz="4775">
          <a:solidFill>
            <a:schemeClr val="tx1"/>
          </a:solidFill>
          <a:latin typeface="맑은 고딕"/>
          <a:ea typeface="+mn-ea"/>
          <a:cs typeface="맑은 고딕"/>
        </a:defRPr>
      </a:lvl3pPr>
      <a:lvl4pPr marL="3183211" indent="-454746" algn="l" rtl="0" eaLnBrk="0" fontAlgn="base" hangingPunct="0">
        <a:spcBef>
          <a:spcPct val="20000"/>
        </a:spcBef>
        <a:spcAft>
          <a:spcPct val="0"/>
        </a:spcAft>
        <a:buChar char="–"/>
        <a:defRPr sz="3979">
          <a:solidFill>
            <a:schemeClr val="tx1"/>
          </a:solidFill>
          <a:latin typeface="맑은 고딕"/>
          <a:ea typeface="+mn-ea"/>
          <a:cs typeface="맑은 고딕"/>
        </a:defRPr>
      </a:lvl4pPr>
      <a:lvl5pPr marL="4092700" indent="-454746" algn="l" rtl="0" eaLnBrk="0" fontAlgn="base" hangingPunct="0">
        <a:spcBef>
          <a:spcPct val="20000"/>
        </a:spcBef>
        <a:spcAft>
          <a:spcPct val="0"/>
        </a:spcAft>
        <a:buChar char="»"/>
        <a:defRPr sz="3979">
          <a:solidFill>
            <a:schemeClr val="tx1"/>
          </a:solidFill>
          <a:latin typeface="맑은 고딕"/>
          <a:ea typeface="+mn-ea"/>
          <a:cs typeface="맑은 고딕"/>
        </a:defRPr>
      </a:lvl5pPr>
      <a:lvl6pPr marL="5002188" indent="-454746" algn="l" rtl="0" fontAlgn="base">
        <a:spcBef>
          <a:spcPct val="20000"/>
        </a:spcBef>
        <a:spcAft>
          <a:spcPct val="0"/>
        </a:spcAft>
        <a:buChar char="»"/>
        <a:defRPr sz="3979">
          <a:solidFill>
            <a:schemeClr val="tx1"/>
          </a:solidFill>
          <a:latin typeface="+mn-lt"/>
          <a:ea typeface="+mn-ea"/>
        </a:defRPr>
      </a:lvl6pPr>
      <a:lvl7pPr marL="5911676" indent="-454746" algn="l" rtl="0" fontAlgn="base">
        <a:spcBef>
          <a:spcPct val="20000"/>
        </a:spcBef>
        <a:spcAft>
          <a:spcPct val="0"/>
        </a:spcAft>
        <a:buChar char="»"/>
        <a:defRPr sz="3979">
          <a:solidFill>
            <a:schemeClr val="tx1"/>
          </a:solidFill>
          <a:latin typeface="+mn-lt"/>
          <a:ea typeface="+mn-ea"/>
        </a:defRPr>
      </a:lvl7pPr>
      <a:lvl8pPr marL="6821165" indent="-454746" algn="l" rtl="0" fontAlgn="base">
        <a:spcBef>
          <a:spcPct val="20000"/>
        </a:spcBef>
        <a:spcAft>
          <a:spcPct val="0"/>
        </a:spcAft>
        <a:buChar char="»"/>
        <a:defRPr sz="3979">
          <a:solidFill>
            <a:schemeClr val="tx1"/>
          </a:solidFill>
          <a:latin typeface="+mn-lt"/>
          <a:ea typeface="+mn-ea"/>
        </a:defRPr>
      </a:lvl8pPr>
      <a:lvl9pPr marL="7730656" indent="-454746" algn="l" rtl="0" fontAlgn="base">
        <a:spcBef>
          <a:spcPct val="20000"/>
        </a:spcBef>
        <a:spcAft>
          <a:spcPct val="0"/>
        </a:spcAft>
        <a:buChar char="»"/>
        <a:defRPr sz="3979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1pPr>
      <a:lvl2pPr marL="909489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2pPr>
      <a:lvl3pPr marL="1818976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3pPr>
      <a:lvl4pPr marL="2728465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4pPr>
      <a:lvl5pPr marL="3637956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5pPr>
      <a:lvl6pPr marL="4547445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6pPr>
      <a:lvl7pPr marL="5456933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7pPr>
      <a:lvl8pPr marL="6366422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8pPr>
      <a:lvl9pPr marL="7275911" algn="l" defTabSz="1818976" rtl="0" eaLnBrk="1" latinLnBrk="1" hangingPunct="1">
        <a:defRPr sz="35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ヒラギノ角ゴ Pro W3"/>
        <a:cs typeface=""/>
      </a:majorFont>
      <a:minorFont>
        <a:latin typeface="Arial"/>
        <a:ea typeface="ヒラギノ角ゴ Pro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16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16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</TotalTime>
  <Words>0</Words>
  <Application>Microsoft Office PowerPoint</Application>
  <PresentationFormat>A4 용지(210x297mm)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?? ??</vt:lpstr>
      <vt:lpstr>ＭＳ Ｐゴシック</vt:lpstr>
      <vt:lpstr>ヒラギノ角ゴ Pro W3</vt:lpstr>
      <vt:lpstr>맑은 고딕</vt:lpstr>
      <vt:lpstr>Arial</vt:lpstr>
      <vt:lpstr>Blank Presentation</vt:lpstr>
      <vt:lpstr>PowerPoint 프레젠테이션</vt:lpstr>
      <vt:lpstr>PowerPoint 프레젠테이션</vt:lpstr>
      <vt:lpstr>PowerPoint 프레젠테이션</vt:lpstr>
    </vt:vector>
  </TitlesOfParts>
  <Company>kriss gim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kriss gim</dc:creator>
  <cp:lastModifiedBy>Administrator</cp:lastModifiedBy>
  <cp:revision>29</cp:revision>
  <dcterms:created xsi:type="dcterms:W3CDTF">2010-09-30T02:09:05Z</dcterms:created>
  <dcterms:modified xsi:type="dcterms:W3CDTF">2024-07-23T01:04:39Z</dcterms:modified>
</cp:coreProperties>
</file>